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Presentation(part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Point 1: Introduction to the topic.</a:t>
            </a:r>
          </a:p>
          <a:p>
            <a:r>
              <a:t>Point 2: Key concepts and definitions.</a:t>
            </a:r>
          </a:p>
          <a:p>
            <a:r>
              <a:t>Point 3: Detailed analysis of the subject matter.</a:t>
            </a:r>
          </a:p>
          <a:p>
            <a:r>
              <a:t>Point 4: Case studies and real-world examples.</a:t>
            </a:r>
          </a:p>
          <a:p>
            <a:r>
              <a:t>Point 5: Summary of findings and conclusions.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Presentation(part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Point 6: Future directions and recommendations.</a:t>
            </a:r>
          </a:p>
          <a:p>
            <a:r>
              <a:t>Point 7: Q&amp;A session and discussion points.</a:t>
            </a:r>
          </a:p>
          <a:p>
            <a:r>
              <a:t>Point 8: Additional resources and references.</a:t>
            </a:r>
          </a:p>
          <a:p>
            <a:r>
              <a:t>Point 9: Acknowledgments and credits.</a:t>
            </a:r>
          </a:p>
          <a:p>
            <a:r>
              <a:t>Point 10: Closing remarks and final thoughts.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