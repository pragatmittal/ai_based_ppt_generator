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sample.txt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sample.txt(part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   **Pervasiveness of Technology:** Integrated into all aspects of daily life (communication, work, learning).</a:t>
            </a:r>
          </a:p>
          <a:p>
            <a:r>
              <a:t>*   **Rapid Innovation:** Evolution from simple machines to advanced AI transforms human potential and simplifies complex tasks.</a:t>
            </a:r>
          </a:p>
          <a:p>
            <a:r>
              <a:t>*   **The Need for Responsibility:** Technological growth introduces critical challenges, including privacy concerns, misinformation, and digital addiction.</a:t>
            </a:r>
          </a:p>
          <a:p>
            <a:r>
              <a:t>*   **Ethical Balance:** Societies must balance convenience with consciousness.</a:t>
            </a:r>
          </a:p>
          <a:p>
            <a:r>
              <a:t>*   **Guiding Principle:** Technology must be used as an *enabler*, not a *controller*.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sample.txt(part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   **Future Focus:** Innovation must be guided by empathy, ethics, and purpose to create a kinder and more sustainable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